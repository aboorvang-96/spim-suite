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4572000" cy="45720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SUITE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Business Management ERP for Field Operations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  •  Income  •  Attendance  •  Salary  •  Projects  •  Reports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solidFill>
            <a:srgbClr val="151B45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5074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Developed by Aboorvan  |  Python / Django Full-Stack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SPIM Suite?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Suite is a centralized ERP web application built to help small and mid-size service businesses manage their day-to-day operations — from tracking site-wise income and expenses, to staff attendance and salary cycles, to client projects and invoices.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end-to-end with Django and PostgreSQL, the platform replaces scattered spreadsheets and manual registers with one connected, real-time system accessible from any device.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78040" y="15544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7804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780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869680" y="15544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6968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561320" y="15544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613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56132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Access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0" y="324612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43800" y="393192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&amp; maintenance contractors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businesses tracking income/expense per location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needing attendance + payroll in one place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who want real-time financial visibility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5129784"/>
            <a:ext cx="576072" cy="5760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Site-wise Finance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5129784"/>
            <a:ext cx="576072" cy="5760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2402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&amp; Payroll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0233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5129784"/>
            <a:ext cx="576072" cy="5760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404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Clients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6235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5129784"/>
            <a:ext cx="576072" cy="5760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operational area of the business, in one connected platform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375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671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Manager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51560" y="28803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Site-wise debit tracking with category breakdowns, inline Excel-style editing &amp; exportable reports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1980" y="1965960"/>
            <a:ext cx="33375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0580" y="21945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350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7820" y="21671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Tracker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40580" y="28803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income per site/source, linked directly to expense balances for accurate net positions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01000" y="1965960"/>
            <a:ext cx="33375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1945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350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1671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Registry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0" y="28803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attendance with bulk entry, auto Sunday holidays, and row locking for past dates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3977640"/>
            <a:ext cx="33375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51560" y="4206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3616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4178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Management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051560" y="4892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salary cycle calculations with downloadable payslips (PDF/Excel)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1980" y="3977640"/>
            <a:ext cx="33375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0580" y="4206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8" y="436168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17820" y="4178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Clients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40580" y="4892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active projects, client details and invoices alongside financials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01000" y="3977640"/>
            <a:ext cx="33375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206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36168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178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Reports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229600" y="4892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/ monthly / yearly income vs. expense views with branch-wise filters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Excel-Style Expense Manager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4767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Site-Based Cards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801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branch/site gets its own color-coded card showing live credit, debit and balance.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2491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Editable Rows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5786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category-wise debit amounts directly in a spreadsheet-style table — no popups.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50215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55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3558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Food, Room, Diesel, Travel, Ticket, Misc. — every rupee categorized for clarity.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27939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133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Income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41330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values flow read-only from the Income module, keeping balances always accurate.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05663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910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Views &amp; Reports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4910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any site by month and download a complete report on demand.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and expense management views from the deployed application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949440" cy="406908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5" name="Image 0" descr="/mnt/user-data/uploads/178100839473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694944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943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financial dashboard with income vs. expense charts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55280" y="1783080"/>
            <a:ext cx="3429000" cy="406908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8" name="Image 1" descr="/mnt/user-data/uploads/1781008441112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1783080"/>
            <a:ext cx="3429000" cy="4069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0" y="59436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Color-coded, site-wise expense cards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production-ready full-stack toolkit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25980" y="2240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86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application logic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2240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80560" y="3611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framework &amp; ORM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240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38160" y="3611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database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44805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125980" y="4800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860" y="49834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760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6172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front-end UI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80560" y="44805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83580" y="4800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49834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760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480560" y="6172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DB hosting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4805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441180" y="4800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498348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5760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(PWA)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138160" y="6172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web front-end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Cloud-hosted, connected, and accessible across devices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37560" cy="2743200"/>
          </a:xfrm>
          <a:prstGeom prst="roundRect">
            <a:avLst>
              <a:gd name="adj" fmla="val 2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777240" cy="777240"/>
          </a:xfrm>
          <a:prstGeom prst="ellipse">
            <a:avLst/>
          </a:prstGeom>
          <a:solidFill>
            <a:srgbClr val="151B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3591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Database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— Django + PostgreSQL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3154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the core application, REST API and persistent data store. Single source of truth for all modules.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1980" y="1920240"/>
            <a:ext cx="3337560" cy="2743200"/>
          </a:xfrm>
          <a:prstGeom prst="roundRect">
            <a:avLst>
              <a:gd name="adj" fmla="val 2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6300" y="2194560"/>
            <a:ext cx="777240" cy="777240"/>
          </a:xfrm>
          <a:prstGeom prst="ellipse">
            <a:avLst/>
          </a:prstGeom>
          <a:solidFill>
            <a:srgbClr val="151B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235915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0700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(PWA)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0070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— Installable PWA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86300" y="3154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installable progressive web app for desktop &amp; iOS, with offline-friendly service worker and Apple meta tags.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01000" y="1920240"/>
            <a:ext cx="3337560" cy="2743200"/>
          </a:xfrm>
          <a:prstGeom prst="roundRect">
            <a:avLst>
              <a:gd name="adj" fmla="val 2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2194560"/>
            <a:ext cx="777240" cy="777240"/>
          </a:xfrm>
          <a:prstGeom prst="ellipse">
            <a:avLst/>
          </a:prstGeom>
          <a:solidFill>
            <a:srgbClr val="151B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3591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9720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Lite (Mobile)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18972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/ Expo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75320" y="3154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mobile app for attendance &amp; salary, syncing via the same Railway REST API as APK on Android.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197096" y="3154680"/>
            <a:ext cx="178308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786116" y="3154680"/>
            <a:ext cx="178308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19"/>
          <p:cNvSpPr/>
          <p:nvPr/>
        </p:nvSpPr>
        <p:spPr>
          <a:xfrm>
            <a:off x="822960" y="4983480"/>
            <a:ext cx="105156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143000" y="5138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143000" y="5486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(Railway):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spim-suite-production.up.railway.app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143000" y="5806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(Vercel):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spim-lite.vercel.app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37560" cy="42062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Ownership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32461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gathering directly from business owners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schema design &amp; Django ORM modeling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iteration based on real user feedback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11980" y="1554480"/>
            <a:ext cx="3337560" cy="42062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8630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8630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Engineering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86300" y="32461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on Railway with PostgreSQL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CORS-secured API for multi-platform clients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bug fixing on live production data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01000" y="1554480"/>
            <a:ext cx="3337560" cy="42062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011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Business-Centric Thinking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75320" y="32461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Site-wise financial tracking matching real workflows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salary cycles &amp; attendance rules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reports for offline business use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Connect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full-time roles, freelance projects &amp; collaborations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Python / Django full-stack development.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4434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Aboorvan  |  Software Developer (Python / Django / Full-Stack)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viewing!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SPIM Suite</dc:title>
  <dc:subject>PptxGenJS Presentation</dc:subject>
  <dc:creator>Aboorvan</dc:creator>
  <cp:lastModifiedBy>Aboorvan</cp:lastModifiedBy>
  <cp:revision>1</cp:revision>
  <dcterms:created xsi:type="dcterms:W3CDTF">2026-06-12T08:51:24Z</dcterms:created>
  <dcterms:modified xsi:type="dcterms:W3CDTF">2026-06-12T08:51:24Z</dcterms:modified>
</cp:coreProperties>
</file>